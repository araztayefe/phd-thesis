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535F1-B7BB-32A9-FDED-09DBE877B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8FEC8D-9837-A962-C37E-36AC56DDC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24F5F-B371-5EF0-A046-18A17A829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B60A-8BC4-4721-9222-A8B7479D21A3}" type="datetimeFigureOut">
              <a:rPr lang="en-CA" smtClean="0"/>
              <a:t>2024-07-11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AF26E-855C-699E-4909-0F8FF141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B3417-99A6-6A0D-9282-F883E1D83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5F1AD-4D50-447D-BD07-957159E70EC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5402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F9A9-6146-0593-25B6-3EC240DD4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BC797-4C49-F254-E08F-01A98A9E6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1A3F9-6D97-569B-EED2-0B99B2246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B60A-8BC4-4721-9222-A8B7479D21A3}" type="datetimeFigureOut">
              <a:rPr lang="en-CA" smtClean="0"/>
              <a:t>2024-07-11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D496A-C772-B13F-689B-C47275CC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26718-AC34-38DC-F1A3-A548E0003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5F1AD-4D50-447D-BD07-957159E70EC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35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07415-62E1-C810-E504-583451F23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33C3-BC6C-397E-D1FC-668D7F971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D9D31-C698-69C7-E585-B20FC0CE7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B60A-8BC4-4721-9222-A8B7479D21A3}" type="datetimeFigureOut">
              <a:rPr lang="en-CA" smtClean="0"/>
              <a:t>2024-07-11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72F6E-FD51-C269-D071-53ED5F5E5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9DDB9-7AE3-318B-9B1F-9F898832D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5F1AD-4D50-447D-BD07-957159E70EC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829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0A2E-B968-C6A2-1CA0-E55AA6DD9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5E17E-02C8-08F9-949B-3F9141CDF8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AE04CA-5601-D1A8-5B32-A75D33D30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822BA-EBFF-14B3-EBCE-22D239ADB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B60A-8BC4-4721-9222-A8B7479D21A3}" type="datetimeFigureOut">
              <a:rPr lang="en-CA" smtClean="0"/>
              <a:t>2024-07-11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C5977-A0CE-3C3F-D44B-3943DF76D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9B205-6E93-D1F4-1D5C-BDF4037F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5F1AD-4D50-447D-BD07-957159E70EC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239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954DD-9BF3-1966-57B2-9561EBEA1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0FB74-19D8-17C5-6E2C-CBA07740E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6D907-0DE5-0B9D-4D29-55A4CA3A4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BBFD23-1F59-CA47-3B36-837608FE62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261DF-9B47-A9BD-F304-A9383AF43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53FD3-02F4-0B56-F77F-51CE8D789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B60A-8BC4-4721-9222-A8B7479D21A3}" type="datetimeFigureOut">
              <a:rPr lang="en-CA" smtClean="0"/>
              <a:t>2024-07-11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993FD-620C-0ECB-4C8F-50160433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A2E4E6-EF51-CBBC-72E1-6ED56652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5F1AD-4D50-447D-BD07-957159E70EC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4188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17E7F-AA2C-AC4D-0C44-5543DE4BB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FB41F-F0C3-5E6D-B4F4-729424117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B60A-8BC4-4721-9222-A8B7479D21A3}" type="datetimeFigureOut">
              <a:rPr lang="en-CA" smtClean="0"/>
              <a:t>2024-07-11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BCE7A-8489-11A7-3BC0-D434BD0C1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9B7AD-7599-616F-9E13-1D318CE0F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5F1AD-4D50-447D-BD07-957159E70EC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605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9C5829-BB2C-76C2-DFF8-16E5C7DBF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B60A-8BC4-4721-9222-A8B7479D21A3}" type="datetimeFigureOut">
              <a:rPr lang="en-CA" smtClean="0"/>
              <a:t>2024-07-11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9D38EE-451D-CC77-6E69-444AD8E14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40119-AB4C-3CAD-6C81-1EB2E21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5F1AD-4D50-447D-BD07-957159E70EC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4608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F92F4-BE1D-870C-51AC-AC88C1A1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5BD74-8FD1-7334-3762-26FE658F5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BCB8F-50ED-356F-7558-C3957733F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635FE-00A8-1878-1281-70CD8861A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B60A-8BC4-4721-9222-A8B7479D21A3}" type="datetimeFigureOut">
              <a:rPr lang="en-CA" smtClean="0"/>
              <a:t>2024-07-11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E6DFB-B62D-18CC-3A28-6A10CBEF9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EBBBF-0A52-7467-0597-12CE4252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5F1AD-4D50-447D-BD07-957159E70EC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9247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303E-95F3-BF0C-4B61-42CA155E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E7F1B4-1801-1337-7945-FC8ECD132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BFFE12-0C7D-F948-9174-21E5C5FE9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2D373-6D5F-8FFD-2D1C-749232A17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B60A-8BC4-4721-9222-A8B7479D21A3}" type="datetimeFigureOut">
              <a:rPr lang="en-CA" smtClean="0"/>
              <a:t>2024-07-11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0279C-ACEC-A857-2950-A70E23A03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DDF2C-E62F-1ADC-F5E8-71821914F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5F1AD-4D50-447D-BD07-957159E70EC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7445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E167-07BC-56E6-FF3E-AD589EAC0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A41584-123C-5792-F386-98BB288F8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BAC82-3A2B-2E7B-A2E6-EE138E4BA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B60A-8BC4-4721-9222-A8B7479D21A3}" type="datetimeFigureOut">
              <a:rPr lang="en-CA" smtClean="0"/>
              <a:t>2024-07-11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32921-2E96-D70F-6CF9-6702ED165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3D3F4-6993-83C7-7E78-790EE5B6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5F1AD-4D50-447D-BD07-957159E70EC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67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28043D-E177-C6BA-0BA6-ABCFBAC92F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A43D7-4BC1-7B81-B0B9-5133E39C2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2D54E-964B-8E11-406A-52F505AAA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B60A-8BC4-4721-9222-A8B7479D21A3}" type="datetimeFigureOut">
              <a:rPr lang="en-CA" smtClean="0"/>
              <a:t>2024-07-11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783C5-3124-4E96-F991-25FE7256F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C7761-7D51-CA59-21AA-54D0D94A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5F1AD-4D50-447D-BD07-957159E70EC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627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E5FB6-C34F-3D82-43E0-623BC33C4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ED9DF-D688-EB59-09FE-482A89ED0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363B2-FC8D-B918-2D2C-733EE0D2A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AB60A-8BC4-4721-9222-A8B7479D21A3}" type="datetimeFigureOut">
              <a:rPr lang="en-CA" smtClean="0"/>
              <a:t>2024-07-11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CFF29-FD63-12FB-1BEA-320BD23B6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229CE-1F96-C736-9421-27401C391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C5F1AD-4D50-447D-BD07-957159E70EC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2340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FEAF1FA-C883-177E-5908-321B51A82C0C}"/>
              </a:ext>
            </a:extLst>
          </p:cNvPr>
          <p:cNvSpPr/>
          <p:nvPr/>
        </p:nvSpPr>
        <p:spPr>
          <a:xfrm>
            <a:off x="4998720" y="2555240"/>
            <a:ext cx="640080" cy="64008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69B71-DF49-6F68-81F9-75C529F5DF96}"/>
              </a:ext>
            </a:extLst>
          </p:cNvPr>
          <p:cNvSpPr/>
          <p:nvPr/>
        </p:nvSpPr>
        <p:spPr>
          <a:xfrm>
            <a:off x="6781800" y="2555240"/>
            <a:ext cx="640080" cy="64008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35A4DF-85CF-3C2D-68D0-17B5FF9BC639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5638800" y="2875280"/>
            <a:ext cx="1143000" cy="0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5437B02-F3A3-FF6D-2FBA-60209D9692E3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711700" y="2258060"/>
            <a:ext cx="380758" cy="390918"/>
          </a:xfrm>
          <a:prstGeom prst="straightConnector1">
            <a:avLst/>
          </a:prstGeom>
          <a:ln w="22225"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4EEB1FF-C7F2-47D7-6635-528879A45328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7328142" y="2271276"/>
            <a:ext cx="380758" cy="377702"/>
          </a:xfrm>
          <a:prstGeom prst="straightConnector1">
            <a:avLst/>
          </a:prstGeom>
          <a:ln w="22225"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4F87235-D3C1-2AFD-7506-95C3DEC883B5}"/>
              </a:ext>
            </a:extLst>
          </p:cNvPr>
          <p:cNvSpPr txBox="1"/>
          <p:nvPr/>
        </p:nvSpPr>
        <p:spPr>
          <a:xfrm>
            <a:off x="4713466" y="3372331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Pre-neuron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CC46B6-DF4B-8C0C-46C8-12E401885044}"/>
              </a:ext>
            </a:extLst>
          </p:cNvPr>
          <p:cNvSpPr txBox="1"/>
          <p:nvPr/>
        </p:nvSpPr>
        <p:spPr>
          <a:xfrm>
            <a:off x="6493232" y="3372331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Post-neuron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1D119B-786C-E5E0-B817-F7D1691086C3}"/>
              </a:ext>
            </a:extLst>
          </p:cNvPr>
          <p:cNvSpPr txBox="1"/>
          <p:nvPr/>
        </p:nvSpPr>
        <p:spPr>
          <a:xfrm>
            <a:off x="3923792" y="4194802"/>
            <a:ext cx="603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en-CA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8C30AF-B509-33EC-B3C6-824113B9C8EA}"/>
              </a:ext>
            </a:extLst>
          </p:cNvPr>
          <p:cNvSpPr txBox="1"/>
          <p:nvPr/>
        </p:nvSpPr>
        <p:spPr>
          <a:xfrm>
            <a:off x="3923792" y="4847074"/>
            <a:ext cx="603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endParaRPr lang="en-CA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22B28C-B332-9A76-A889-9464B02495DC}"/>
              </a:ext>
            </a:extLst>
          </p:cNvPr>
          <p:cNvCxnSpPr/>
          <p:nvPr/>
        </p:nvCxnSpPr>
        <p:spPr>
          <a:xfrm>
            <a:off x="5045456" y="4194802"/>
            <a:ext cx="0" cy="18466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4B7F1CD-4D72-0ABE-0A09-ADECF65B5E61}"/>
              </a:ext>
            </a:extLst>
          </p:cNvPr>
          <p:cNvCxnSpPr/>
          <p:nvPr/>
        </p:nvCxnSpPr>
        <p:spPr>
          <a:xfrm>
            <a:off x="5795264" y="4194802"/>
            <a:ext cx="0" cy="18466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E3CD9EA-26FE-8BE6-96D3-9B8B426FB525}"/>
              </a:ext>
            </a:extLst>
          </p:cNvPr>
          <p:cNvCxnSpPr>
            <a:cxnSpLocks/>
          </p:cNvCxnSpPr>
          <p:nvPr/>
        </p:nvCxnSpPr>
        <p:spPr>
          <a:xfrm>
            <a:off x="7143410" y="4194802"/>
            <a:ext cx="0" cy="18466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25C0CEE-8097-86E4-7141-A46AE022547D}"/>
              </a:ext>
            </a:extLst>
          </p:cNvPr>
          <p:cNvCxnSpPr>
            <a:cxnSpLocks/>
          </p:cNvCxnSpPr>
          <p:nvPr/>
        </p:nvCxnSpPr>
        <p:spPr>
          <a:xfrm>
            <a:off x="5313594" y="4847074"/>
            <a:ext cx="0" cy="18466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7E427C-5530-5345-6BA1-86490E499B8E}"/>
              </a:ext>
            </a:extLst>
          </p:cNvPr>
          <p:cNvCxnSpPr>
            <a:cxnSpLocks/>
          </p:cNvCxnSpPr>
          <p:nvPr/>
        </p:nvCxnSpPr>
        <p:spPr>
          <a:xfrm>
            <a:off x="6118266" y="4847074"/>
            <a:ext cx="0" cy="18466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1BDC3B-FA2D-1C75-5F6A-B964CC223DE4}"/>
              </a:ext>
            </a:extLst>
          </p:cNvPr>
          <p:cNvCxnSpPr/>
          <p:nvPr/>
        </p:nvCxnSpPr>
        <p:spPr>
          <a:xfrm>
            <a:off x="4711700" y="4379468"/>
            <a:ext cx="3208141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62F740F-E2AD-BAF2-BACF-91533562A87F}"/>
              </a:ext>
            </a:extLst>
          </p:cNvPr>
          <p:cNvCxnSpPr/>
          <p:nvPr/>
        </p:nvCxnSpPr>
        <p:spPr>
          <a:xfrm>
            <a:off x="4711699" y="5031740"/>
            <a:ext cx="3208141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725D584-DD28-CDCF-58F6-D9DCFADDFC01}"/>
              </a:ext>
            </a:extLst>
          </p:cNvPr>
          <p:cNvSpPr txBox="1"/>
          <p:nvPr/>
        </p:nvSpPr>
        <p:spPr>
          <a:xfrm>
            <a:off x="3923792" y="1919506"/>
            <a:ext cx="7879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(I)</a:t>
            </a:r>
            <a:endParaRPr lang="en-CA" sz="1600" i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FE5D76-84DA-4E69-B2D0-3902E25A3264}"/>
              </a:ext>
            </a:extLst>
          </p:cNvPr>
          <p:cNvSpPr txBox="1"/>
          <p:nvPr/>
        </p:nvSpPr>
        <p:spPr>
          <a:xfrm>
            <a:off x="7708900" y="1930675"/>
            <a:ext cx="7879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CA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EA5D99-3C35-2CCD-22D5-A837EFD12FC7}"/>
              </a:ext>
            </a:extLst>
          </p:cNvPr>
          <p:cNvSpPr txBox="1"/>
          <p:nvPr/>
        </p:nvSpPr>
        <p:spPr>
          <a:xfrm>
            <a:off x="5345756" y="2082757"/>
            <a:ext cx="1663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Synaptic weight</a:t>
            </a:r>
          </a:p>
          <a:p>
            <a:pPr algn="ctr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(W)</a:t>
            </a:r>
            <a:endParaRPr lang="en-CA" sz="1600" i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083B00-1C99-5E1C-ED79-9B3AB37FD246}"/>
              </a:ext>
            </a:extLst>
          </p:cNvPr>
          <p:cNvSpPr txBox="1"/>
          <p:nvPr/>
        </p:nvSpPr>
        <p:spPr>
          <a:xfrm>
            <a:off x="5017015" y="2706003"/>
            <a:ext cx="5917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CA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BD318B-0DF4-C8BC-F2D7-FCF8F1FBD7A9}"/>
              </a:ext>
            </a:extLst>
          </p:cNvPr>
          <p:cNvSpPr txBox="1"/>
          <p:nvPr/>
        </p:nvSpPr>
        <p:spPr>
          <a:xfrm>
            <a:off x="6805184" y="2706003"/>
            <a:ext cx="5917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EECA8DB-BD6E-5567-75A2-542840C32923}"/>
                  </a:ext>
                </a:extLst>
              </p:cNvPr>
              <p:cNvSpPr txBox="1"/>
              <p:nvPr/>
            </p:nvSpPr>
            <p:spPr>
              <a:xfrm>
                <a:off x="7922740" y="4213852"/>
                <a:ext cx="46332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sz="1600" i="1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EECA8DB-BD6E-5567-75A2-542840C32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740" y="4213852"/>
                <a:ext cx="463325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5E5D80F-56BC-2998-FCA8-4F9D532D99DF}"/>
                  </a:ext>
                </a:extLst>
              </p:cNvPr>
              <p:cNvSpPr txBox="1"/>
              <p:nvPr/>
            </p:nvSpPr>
            <p:spPr>
              <a:xfrm>
                <a:off x="7919840" y="4865362"/>
                <a:ext cx="46332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sz="1600" i="1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5E5D80F-56BC-2998-FCA8-4F9D532D9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840" y="4865362"/>
                <a:ext cx="463325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635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0" name="Table 59">
                <a:extLst>
                  <a:ext uri="{FF2B5EF4-FFF2-40B4-BE49-F238E27FC236}">
                    <a16:creationId xmlns:a16="http://schemas.microsoft.com/office/drawing/2014/main" id="{ADFE2CFD-3A56-6A33-34DE-EF73E7201C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1878279"/>
                  </p:ext>
                </p:extLst>
              </p:nvPr>
            </p:nvGraphicFramePr>
            <p:xfrm>
              <a:off x="2092959" y="2468880"/>
              <a:ext cx="6858001" cy="19202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560321">
                      <a:extLst>
                        <a:ext uri="{9D8B030D-6E8A-4147-A177-3AD203B41FA5}">
                          <a16:colId xmlns:a16="http://schemas.microsoft.com/office/drawing/2014/main" val="1533962202"/>
                        </a:ext>
                      </a:extLst>
                    </a:gridCol>
                    <a:gridCol w="4297680">
                      <a:extLst>
                        <a:ext uri="{9D8B030D-6E8A-4147-A177-3AD203B41FA5}">
                          <a16:colId xmlns:a16="http://schemas.microsoft.com/office/drawing/2014/main" val="2609863838"/>
                        </a:ext>
                      </a:extLst>
                    </a:gridCol>
                  </a:tblGrid>
                  <a:tr h="4245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CA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Spike Response Function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36084639"/>
                      </a:ext>
                    </a:extLst>
                  </a:tr>
                  <a:tr h="747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Pre-Neuron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CA" sz="1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CA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  <m:r>
                                      <a:rPr lang="en-CA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sz="18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CA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A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19637769"/>
                      </a:ext>
                    </a:extLst>
                  </a:tr>
                  <a:tr h="747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Post-Neuron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CA" sz="1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CA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  <m:r>
                                      <a:rPr lang="en-CA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sz="18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CA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  <m:r>
                                          <a:rPr lang="en-CA" sz="1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CA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  <m:d>
                                          <m:dPr>
                                            <m:ctrlPr>
                                              <a:rPr lang="en-CA" sz="18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CA" sz="18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CA" sz="1800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CA" sz="18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CA" sz="18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𝑝𝑟𝑒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CA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179227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0" name="Table 59">
                <a:extLst>
                  <a:ext uri="{FF2B5EF4-FFF2-40B4-BE49-F238E27FC236}">
                    <a16:creationId xmlns:a16="http://schemas.microsoft.com/office/drawing/2014/main" id="{ADFE2CFD-3A56-6A33-34DE-EF73E7201C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1878279"/>
                  </p:ext>
                </p:extLst>
              </p:nvPr>
            </p:nvGraphicFramePr>
            <p:xfrm>
              <a:off x="2092959" y="2468880"/>
              <a:ext cx="6858001" cy="19202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560321">
                      <a:extLst>
                        <a:ext uri="{9D8B030D-6E8A-4147-A177-3AD203B41FA5}">
                          <a16:colId xmlns:a16="http://schemas.microsoft.com/office/drawing/2014/main" val="1533962202"/>
                        </a:ext>
                      </a:extLst>
                    </a:gridCol>
                    <a:gridCol w="4297680">
                      <a:extLst>
                        <a:ext uri="{9D8B030D-6E8A-4147-A177-3AD203B41FA5}">
                          <a16:colId xmlns:a16="http://schemas.microsoft.com/office/drawing/2014/main" val="2609863838"/>
                        </a:ext>
                      </a:extLst>
                    </a:gridCol>
                  </a:tblGrid>
                  <a:tr h="4245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CA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Spike Response Function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36084639"/>
                      </a:ext>
                    </a:extLst>
                  </a:tr>
                  <a:tr h="747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Pre-Neuron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90" t="-59016" r="-142" b="-1024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9637769"/>
                      </a:ext>
                    </a:extLst>
                  </a:tr>
                  <a:tr h="747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Post-Neuron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90" t="-157724" r="-142" b="-16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79227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03154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31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</dc:creator>
  <cp:lastModifiedBy>Mohammad</cp:lastModifiedBy>
  <cp:revision>14</cp:revision>
  <dcterms:created xsi:type="dcterms:W3CDTF">2024-07-11T15:14:31Z</dcterms:created>
  <dcterms:modified xsi:type="dcterms:W3CDTF">2024-07-12T01:11:12Z</dcterms:modified>
</cp:coreProperties>
</file>